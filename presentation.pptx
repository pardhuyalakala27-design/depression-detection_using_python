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SpeechT-RAG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Random-Process Concepts Behind Detecting Depression from Speech Timing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Zhang, Liu, Zhang, Ahmed, Epps (2025) — arXiv:2502.10950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— Random Processes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49840" y="3154680"/>
            <a:ext cx="146304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0405872" y="3017520"/>
            <a:ext cx="146304" cy="54864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661904" y="2834640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0917936" y="3063240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1173968" y="2926080"/>
            <a:ext cx="146304" cy="7315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3131820"/>
            <a:ext cx="146304" cy="32004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11686032" y="2994660"/>
            <a:ext cx="146304" cy="5943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2F5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LLMs struggle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detection from clinical interviews relies heavily on non-verbal cues — pauses, rhythm, tone. Text transcripts alone miss this, so LLMs perform poorly.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29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 doesn't fit either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319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encoders handle ~30s of audio; clinical interviews run much longer, so feeding raw audio directly into an LLM is impractical.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074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matters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577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mental-health tool must know when to say “I'm not sure” — accuracy alone is not enough for clinical trust.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2860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acoustic temporal patterns from speech be integrated into text-based LLMs for depression detection, without training the LLM?”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9377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depression is common and under-diagnosed; a low-cost, reliable speech-based screening aid could help route people to care sooner.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Random Here?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DAIC-WOZ dataset: 189 clinical-interview recordings, labeled Health / Depression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acoustic “landmarks” extracted per speaker (vocal-fold onset, bursts, frication, pitch jumps, etc.)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25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Quantity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2880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gap between two consecutive landmarks (e.g. “+s → –v”)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occurrence-to-occurrence, sentence-to-sentence, speaker-to-speaker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2F5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Process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8056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X(pair, t) = duration between one landmark and the next, sampled repeatedly across an interview. Many occurrences per speaker → one speaker's distribution. Many speakers, split Health vs. Depression → two populations to compare.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Process Concepts Used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93776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389120"/>
              </a:tblGrid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Where in the Paper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It's Useful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Mean &amp; Variance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Statistical features of landmark-pair durations (mean, std, IQR, min, max)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Compresses noisy per-occurrence timing into one comparable number per speaker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Probability Distributions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(Mann-Whitney U test)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Comparing duration distributions between Health vs. Depression groups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Confirms which timing patterns genuinely differ between groups, not just by chance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Mutual Information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Selecting similar training examples for retrieval (RAG)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Finds examples whose timing pattern statistically resembles the test speaker's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Gaussian Process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Gaussian Process Classifier (RBF kernel) for confidence scoring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Models class probability smoothly over timing-feature space → calibrated confidence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All Fits Together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2743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3200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23160" y="2743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3D63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6888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timing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process)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200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5C7C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variance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200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2743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9900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(what's significant)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200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83880" y="2743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B23A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(classification)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966960" y="3200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04120" y="2743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14984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(confidence)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a necessity, not a choice: without the random-process framing, there is no principled way to turn raw speech timing into a discriminative, retrievable, and trustworthy signal for the LLM.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Experiment: Demonstrating the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DAIC-WOZ requires restricted clinical access, so we simulate landmark-pair (+s,–v) durations seeded with the paper's own published statistics (Table 2), then run the same statistical pipeline.</a:t>
            </a:r>
            <a:endParaRPr lang="en-US" sz="1400" dirty="0"/>
          </a:p>
        </p:txBody>
      </p:sp>
      <p:pic>
        <p:nvPicPr>
          <p:cNvPr id="4" name="Image 0" descr="/home/claude/project/experiment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863840" cy="29535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691640"/>
            <a:ext cx="3017520" cy="4709160"/>
          </a:xfrm>
          <a:prstGeom prst="roundRect">
            <a:avLst>
              <a:gd name="adj" fmla="val 3030"/>
            </a:avLst>
          </a:prstGeom>
          <a:solidFill>
            <a:srgbClr val="F2F5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2396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mean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2128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0.077 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mean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30540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0.099 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36027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p-value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389534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44439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GPC test accuracy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47365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52852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 score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5577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44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the signal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1051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shows up in how speech events are spaced in time — a genuine random process, not noise.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15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not single values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80944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Mean/variance and hypothesis testing (Mann-Whitney) are what make the difference between groups provable, not just visible.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496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78561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needs a model too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151376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Process turns a raw feature into both a decision and a calibrated trust score — critical for healthcare AI.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956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audio needed in the LLM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32180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representing random-process statistics as text, SpeechT-RAG lets an off-the-shelf LLM “hear” timing without any retraining.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2026-09-25T18:36:31Z</dcterms:created>
  <dcterms:modified xsi:type="dcterms:W3CDTF">2026-09-25T18:36:31Z</dcterms:modified>
</cp:coreProperties>
</file>